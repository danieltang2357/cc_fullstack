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How to Use Skills in Claude Code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</a:rPr>
              <a:t>Supercharge Your Workflow with Specialized Capabilities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9FA"/>
                </a:solidFill>
              </a:rPr>
              <a:t>Created with Claude Code PPTX Skill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What are Skills?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65760" cy="365760"/>
          </a:xfrm>
          <a:prstGeom prst="circl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</a:rPr>
              <a:t>Domain Expertise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9659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Skills are specialized prompts that give Claude deep knowledge in specific domains like document processing, web development, or data analysis.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365760" cy="365760"/>
          </a:xfrm>
          <a:prstGeom prst="circl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</a:rPr>
              <a:t>Automatic Activation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3520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Skills activate automatically when relevant to your task—no need to manually invoke them each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365760" cy="365760"/>
          </a:xfrm>
          <a:prstGeom prst="circl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</a:rPr>
              <a:t>Best Practices Built-In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5074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Each skill includes workflows, tools, and QA processes refined by experts to ensure high-quality results.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2286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💡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6858000" y="3840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Skills = Claude's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Superpower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Installing Skills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96"/>
                </a:solidFill>
              </a:rPr>
              <a:t>Three Simple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042416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2194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529"/>
                </a:solidFill>
              </a:rPr>
              <a:t>Add the Marketplace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606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marketplace add &lt;path-or-url&gt;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1042416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0" y="3566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529"/>
                </a:solidFill>
              </a:rPr>
              <a:t>Install the Plugin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3977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install &lt;plugin-name&gt;@&lt;marketplace&gt;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1042416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28800" y="49377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529"/>
                </a:solidFill>
              </a:rPr>
              <a:t>Start Using It!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28800" y="53492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Skills activate automatically when relevant—no manual invocation needed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Real Example: Installing PPTX Skill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10058400" cy="4114800"/>
          </a:xfrm>
          <a:prstGeom prst="roundRect">
            <a:avLst>
              <a:gd name="adj" fmla="val 4444"/>
            </a:avLst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10058400" cy="365760"/>
          </a:xfrm>
          <a:prstGeom prst="roundRect">
            <a:avLst>
              <a:gd name="adj" fmla="val 50000"/>
            </a:avLst>
          </a:prstGeom>
          <a:solidFill>
            <a:srgbClr val="2D2D3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9FA"/>
                </a:solidFill>
              </a:rPr>
              <a:t>Terminal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2194560"/>
            <a:ext cx="9509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plugin marketplace add ~/.claude/plugins/skills/anthropics-skills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Successfully added marketplace: anthropic-agent-skills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plugin install document-skills@anthropic-agent-skills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Successfully installed plugin: document-skills@anthropic-agent-skills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pptx skill is now available!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 includes: pptx, docx, xlsx, and pdf skills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Using Skills in Practice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5029200" cy="640080"/>
          </a:xfrm>
          <a:prstGeom prst="roundRect">
            <a:avLst>
              <a:gd name="adj" fmla="val 28571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📊 PPTX Skill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</a:rPr>
              <a:t>Capabilities: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12529"/>
                </a:solidFill>
              </a:rPr>
              <a:t>• Create presentations from scratch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12529"/>
                </a:solidFill>
              </a:rPr>
              <a:t>• Edit existing templates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12529"/>
                </a:solidFill>
              </a:rPr>
              <a:t>• Extract text and analyze content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12529"/>
                </a:solidFill>
              </a:rPr>
              <a:t>• Professional design guidelines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212529"/>
                </a:solidFill>
              </a:rPr>
              <a:t>• Automated QA processes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53035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96"/>
                </a:solidFill>
              </a:rPr>
              <a:t>Trigger: Any .pptx file or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0A896"/>
                </a:solidFill>
              </a:rPr>
              <a:t>slide/deck mention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1554480"/>
            <a:ext cx="5029200" cy="640080"/>
          </a:xfrm>
          <a:prstGeom prst="roundRect">
            <a:avLst>
              <a:gd name="adj" fmla="val 28571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🎯 More Skills Available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56032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12529"/>
                </a:solidFill>
              </a:rPr>
              <a:t>📄 DOCX - Word documents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12529"/>
                </a:solidFill>
              </a:rPr>
              <a:t>📊 XLSX - Excel spreadsheets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12529"/>
                </a:solidFill>
              </a:rPr>
              <a:t>📑 PDF - PDF processing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12529"/>
                </a:solidFill>
              </a:rPr>
              <a:t>🎨 Canvas Design - UI/UX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12529"/>
                </a:solidFill>
              </a:rPr>
              <a:t>🌐 Web Artifacts - Build apps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12529"/>
                </a:solidFill>
              </a:rPr>
              <a:t>🤖 MCP Builder - Create servers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12529"/>
                </a:solidFill>
              </a:rPr>
              <a:t>💬 Slack GIF - GIF creation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Tips &amp; Best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029200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529"/>
                </a:solidFill>
              </a:rPr>
              <a:t>Let Skills Activate Naturally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3154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Don't manually invoke skills—just describe what you want and let Claude choose the right skill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029200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529"/>
                </a:solidFill>
              </a:rPr>
              <a:t>Trust the Process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154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Skills include built-in QA and verification steps. Follow their workflows for best results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5029200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005840" y="5029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529"/>
                </a:solidFill>
              </a:rPr>
              <a:t>Check Skill Documentation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5440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Each skill has a SKILL.md file with detailed usage instructions and examples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4114800"/>
            <a:ext cx="5029200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00800" y="5029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529"/>
                </a:solidFill>
              </a:rPr>
              <a:t>Keep Skills Updated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5440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Pull marketplace updates regularly to get the latest improvements and fixes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Start Using Skills Today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3200400"/>
            <a:ext cx="8229600" cy="18288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9FA"/>
                </a:solidFill>
              </a:rPr>
              <a:t>Skills Repository: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github.com/anthropics/skills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</a:rPr>
              <a:t>Transform your Claude Code experience with specialized expertise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9FA"/>
                </a:solidFill>
              </a:rPr>
              <a:t>This presentation was created using the PPTX skill! 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Skills in Claude Code</dc:title>
  <dc:subject>PptxGenJS Presentation</dc:subject>
  <dc:creator>Claude Code</dc:creator>
  <cp:lastModifiedBy>Claude Code</cp:lastModifiedBy>
  <cp:revision>1</cp:revision>
  <dcterms:created xsi:type="dcterms:W3CDTF">2026-03-10T16:48:14Z</dcterms:created>
  <dcterms:modified xsi:type="dcterms:W3CDTF">2026-03-10T16:48:14Z</dcterms:modified>
</cp:coreProperties>
</file>